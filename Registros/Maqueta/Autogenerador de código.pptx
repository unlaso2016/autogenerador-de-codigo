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08909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588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808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900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337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0417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8393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411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9722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5724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8215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4014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5131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5775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926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2655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960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43B45E8-7C24-4763-AFB9-E51E26E8AE9C}" type="datetimeFigureOut">
              <a:rPr lang="es-AR" smtClean="0"/>
              <a:t>20/9/2017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518D3-FF17-42CA-8A8C-602A5C3579B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064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72966" y="206829"/>
            <a:ext cx="8825658" cy="1008017"/>
          </a:xfrm>
        </p:spPr>
        <p:txBody>
          <a:bodyPr/>
          <a:lstStyle/>
          <a:p>
            <a:pPr algn="ctr"/>
            <a:r>
              <a:rPr lang="es-AR" sz="5000" dirty="0" smtClean="0"/>
              <a:t>Autogenerador de código</a:t>
            </a:r>
            <a:endParaRPr lang="es-AR" sz="5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24" y="4987562"/>
            <a:ext cx="1468483" cy="1628775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5099193" y="2665212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tabla</a:t>
            </a:r>
            <a:endParaRPr lang="es-AR" sz="14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5099192" y="3261213"/>
            <a:ext cx="1528355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tabla</a:t>
            </a:r>
            <a:endParaRPr lang="es-AR" sz="1400" dirty="0"/>
          </a:p>
        </p:txBody>
      </p:sp>
      <p:sp>
        <p:nvSpPr>
          <p:cNvPr id="15" name="CuadroTexto 14"/>
          <p:cNvSpPr txBox="1"/>
          <p:nvPr/>
        </p:nvSpPr>
        <p:spPr>
          <a:xfrm>
            <a:off x="5099193" y="3857214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tabla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04495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72966" y="363584"/>
            <a:ext cx="8825658" cy="10080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AR" sz="5000" dirty="0" smtClean="0"/>
              <a:t>Autogenerador de código</a:t>
            </a:r>
            <a:endParaRPr lang="es-AR" sz="5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24" y="4987562"/>
            <a:ext cx="1468483" cy="162877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09184" y="2064528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tabla</a:t>
            </a:r>
            <a:endParaRPr lang="es-AR" sz="14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09183" y="2660529"/>
            <a:ext cx="1528355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tabla</a:t>
            </a:r>
            <a:endParaRPr lang="es-AR" sz="1400" dirty="0"/>
          </a:p>
        </p:txBody>
      </p:sp>
      <p:sp>
        <p:nvSpPr>
          <p:cNvPr id="9" name="CuadroTexto 8"/>
          <p:cNvSpPr txBox="1"/>
          <p:nvPr/>
        </p:nvSpPr>
        <p:spPr>
          <a:xfrm>
            <a:off x="109184" y="3256530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tabla</a:t>
            </a:r>
            <a:endParaRPr lang="es-AR" sz="1400" dirty="0"/>
          </a:p>
        </p:txBody>
      </p:sp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749984"/>
              </p:ext>
            </p:extLst>
          </p:nvPr>
        </p:nvGraphicFramePr>
        <p:xfrm>
          <a:off x="3272510" y="2243754"/>
          <a:ext cx="5940720" cy="2595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85180">
                  <a:extLst>
                    <a:ext uri="{9D8B030D-6E8A-4147-A177-3AD203B41FA5}">
                      <a16:colId xmlns:a16="http://schemas.microsoft.com/office/drawing/2014/main" val="1022311868"/>
                    </a:ext>
                  </a:extLst>
                </a:gridCol>
                <a:gridCol w="1485180">
                  <a:extLst>
                    <a:ext uri="{9D8B030D-6E8A-4147-A177-3AD203B41FA5}">
                      <a16:colId xmlns:a16="http://schemas.microsoft.com/office/drawing/2014/main" val="1268036709"/>
                    </a:ext>
                  </a:extLst>
                </a:gridCol>
                <a:gridCol w="1485180">
                  <a:extLst>
                    <a:ext uri="{9D8B030D-6E8A-4147-A177-3AD203B41FA5}">
                      <a16:colId xmlns:a16="http://schemas.microsoft.com/office/drawing/2014/main" val="3602471851"/>
                    </a:ext>
                  </a:extLst>
                </a:gridCol>
                <a:gridCol w="1485180">
                  <a:extLst>
                    <a:ext uri="{9D8B030D-6E8A-4147-A177-3AD203B41FA5}">
                      <a16:colId xmlns:a16="http://schemas.microsoft.com/office/drawing/2014/main" val="1033775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Nombre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Default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 err="1" smtClean="0">
                          <a:solidFill>
                            <a:schemeClr val="bg1"/>
                          </a:solidFill>
                        </a:rPr>
                        <a:t>Primary</a:t>
                      </a:r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b="0" dirty="0" err="1" smtClean="0">
                          <a:solidFill>
                            <a:schemeClr val="bg1"/>
                          </a:solidFill>
                        </a:rPr>
                        <a:t>key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02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idCliente</a:t>
                      </a:r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200" b="0" baseline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Not</a:t>
                      </a:r>
                      <a:r>
                        <a:rPr lang="es-AR" sz="12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null</a:t>
                      </a:r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17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200" b="0" dirty="0" smtClean="0">
                          <a:solidFill>
                            <a:schemeClr val="bg1"/>
                          </a:solidFill>
                        </a:rPr>
                        <a:t>nombre</a:t>
                      </a:r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200" b="0" baseline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sz="1200" b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70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200" b="0" dirty="0" smtClean="0">
                          <a:solidFill>
                            <a:schemeClr val="bg1"/>
                          </a:solidFill>
                        </a:rPr>
                        <a:t>apellido</a:t>
                      </a:r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200" b="0" baseline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12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200" b="0" dirty="0" smtClean="0">
                          <a:solidFill>
                            <a:schemeClr val="bg1"/>
                          </a:solidFill>
                        </a:rPr>
                        <a:t>mail</a:t>
                      </a:r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200" b="0" baseline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 b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919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direccion</a:t>
                      </a:r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200" b="0" baseline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 b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7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idUsuario</a:t>
                      </a:r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200" b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 b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41706"/>
                  </a:ext>
                </a:extLst>
              </a:tr>
            </a:tbl>
          </a:graphicData>
        </a:graphic>
      </p:graphicFrame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805909"/>
              </p:ext>
            </p:extLst>
          </p:nvPr>
        </p:nvGraphicFramePr>
        <p:xfrm>
          <a:off x="9213230" y="2243754"/>
          <a:ext cx="1378423" cy="2595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78423">
                  <a:extLst>
                    <a:ext uri="{9D8B030D-6E8A-4147-A177-3AD203B41FA5}">
                      <a16:colId xmlns:a16="http://schemas.microsoft.com/office/drawing/2014/main" val="491231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Auto-</a:t>
                      </a:r>
                      <a:r>
                        <a:rPr lang="es-AR" b="0" dirty="0" err="1" smtClean="0">
                          <a:solidFill>
                            <a:schemeClr val="bg1"/>
                          </a:solidFill>
                        </a:rPr>
                        <a:t>inc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73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55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654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05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079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45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637295"/>
                  </a:ext>
                </a:extLst>
              </a:tr>
            </a:tbl>
          </a:graphicData>
        </a:graphic>
      </p:graphicFrame>
      <p:pic>
        <p:nvPicPr>
          <p:cNvPr id="18" name="Imagen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231" y="2651373"/>
            <a:ext cx="305013" cy="305013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934" y="2651373"/>
            <a:ext cx="305013" cy="305013"/>
          </a:xfrm>
          <a:prstGeom prst="rect">
            <a:avLst/>
          </a:prstGeom>
        </p:spPr>
      </p:pic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280598"/>
              </p:ext>
            </p:extLst>
          </p:nvPr>
        </p:nvGraphicFramePr>
        <p:xfrm>
          <a:off x="5089099" y="1571545"/>
          <a:ext cx="3836538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18269">
                  <a:extLst>
                    <a:ext uri="{9D8B030D-6E8A-4147-A177-3AD203B41FA5}">
                      <a16:colId xmlns:a16="http://schemas.microsoft.com/office/drawing/2014/main" val="332273360"/>
                    </a:ext>
                  </a:extLst>
                </a:gridCol>
                <a:gridCol w="1918269">
                  <a:extLst>
                    <a:ext uri="{9D8B030D-6E8A-4147-A177-3AD203B41FA5}">
                      <a16:colId xmlns:a16="http://schemas.microsoft.com/office/drawing/2014/main" val="2848355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Tabla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Cliente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441763"/>
                  </a:ext>
                </a:extLst>
              </a:tr>
            </a:tbl>
          </a:graphicData>
        </a:graphic>
      </p:graphicFrame>
      <p:sp>
        <p:nvSpPr>
          <p:cNvPr id="21" name="CuadroTexto 20"/>
          <p:cNvSpPr txBox="1"/>
          <p:nvPr/>
        </p:nvSpPr>
        <p:spPr>
          <a:xfrm>
            <a:off x="5606434" y="6308560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Guardar tabla</a:t>
            </a:r>
            <a:endParaRPr lang="es-AR" sz="14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9183" y="4307038"/>
            <a:ext cx="1761319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relación</a:t>
            </a:r>
            <a:endParaRPr lang="es-AR" sz="14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109183" y="4872788"/>
            <a:ext cx="1761320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relación</a:t>
            </a:r>
            <a:endParaRPr lang="es-AR" sz="1400" dirty="0"/>
          </a:p>
        </p:txBody>
      </p:sp>
      <p:sp>
        <p:nvSpPr>
          <p:cNvPr id="24" name="CuadroTexto 23"/>
          <p:cNvSpPr txBox="1"/>
          <p:nvPr/>
        </p:nvSpPr>
        <p:spPr>
          <a:xfrm>
            <a:off x="109183" y="5438538"/>
            <a:ext cx="1761319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relación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46680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4347" y="348215"/>
            <a:ext cx="9404723" cy="827442"/>
          </a:xfrm>
        </p:spPr>
        <p:txBody>
          <a:bodyPr/>
          <a:lstStyle/>
          <a:p>
            <a:pPr algn="ctr"/>
            <a:r>
              <a:rPr lang="es-AR" sz="5000" dirty="0"/>
              <a:t>Autogenerador </a:t>
            </a:r>
            <a:r>
              <a:rPr lang="es-AR" sz="5000" dirty="0" smtClean="0"/>
              <a:t>de </a:t>
            </a:r>
            <a:r>
              <a:rPr lang="es-AR" sz="5000" dirty="0"/>
              <a:t>código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24" y="4987562"/>
            <a:ext cx="1468483" cy="162877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09184" y="2120444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tabla</a:t>
            </a:r>
            <a:endParaRPr lang="es-AR" sz="1400" dirty="0"/>
          </a:p>
        </p:txBody>
      </p:sp>
      <p:sp>
        <p:nvSpPr>
          <p:cNvPr id="6" name="CuadroTexto 5"/>
          <p:cNvSpPr txBox="1"/>
          <p:nvPr/>
        </p:nvSpPr>
        <p:spPr>
          <a:xfrm>
            <a:off x="109183" y="2716445"/>
            <a:ext cx="1528355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tabla</a:t>
            </a:r>
            <a:endParaRPr lang="es-AR" sz="1400" dirty="0"/>
          </a:p>
        </p:txBody>
      </p:sp>
      <p:sp>
        <p:nvSpPr>
          <p:cNvPr id="7" name="CuadroTexto 6"/>
          <p:cNvSpPr txBox="1"/>
          <p:nvPr/>
        </p:nvSpPr>
        <p:spPr>
          <a:xfrm>
            <a:off x="109184" y="3312446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tabla</a:t>
            </a:r>
            <a:endParaRPr lang="es-AR" sz="1400" dirty="0"/>
          </a:p>
        </p:txBody>
      </p:sp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69442"/>
              </p:ext>
            </p:extLst>
          </p:nvPr>
        </p:nvGraphicFramePr>
        <p:xfrm>
          <a:off x="3015184" y="2790264"/>
          <a:ext cx="738344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85415">
                  <a:extLst>
                    <a:ext uri="{9D8B030D-6E8A-4147-A177-3AD203B41FA5}">
                      <a16:colId xmlns:a16="http://schemas.microsoft.com/office/drawing/2014/main" val="2507967939"/>
                    </a:ext>
                  </a:extLst>
                </a:gridCol>
                <a:gridCol w="1585415">
                  <a:extLst>
                    <a:ext uri="{9D8B030D-6E8A-4147-A177-3AD203B41FA5}">
                      <a16:colId xmlns:a16="http://schemas.microsoft.com/office/drawing/2014/main" val="1222727436"/>
                    </a:ext>
                  </a:extLst>
                </a:gridCol>
                <a:gridCol w="1380465">
                  <a:extLst>
                    <a:ext uri="{9D8B030D-6E8A-4147-A177-3AD203B41FA5}">
                      <a16:colId xmlns:a16="http://schemas.microsoft.com/office/drawing/2014/main" val="1984831348"/>
                    </a:ext>
                  </a:extLst>
                </a:gridCol>
                <a:gridCol w="1521961">
                  <a:extLst>
                    <a:ext uri="{9D8B030D-6E8A-4147-A177-3AD203B41FA5}">
                      <a16:colId xmlns:a16="http://schemas.microsoft.com/office/drawing/2014/main" val="2069711381"/>
                    </a:ext>
                  </a:extLst>
                </a:gridCol>
                <a:gridCol w="1310184">
                  <a:extLst>
                    <a:ext uri="{9D8B030D-6E8A-4147-A177-3AD203B41FA5}">
                      <a16:colId xmlns:a16="http://schemas.microsoft.com/office/drawing/2014/main" val="125576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Nombre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Default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 err="1" smtClean="0">
                          <a:solidFill>
                            <a:schemeClr val="bg1"/>
                          </a:solidFill>
                        </a:rPr>
                        <a:t>Primary</a:t>
                      </a:r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b="0" dirty="0" err="1" smtClean="0">
                          <a:solidFill>
                            <a:schemeClr val="bg1"/>
                          </a:solidFill>
                        </a:rPr>
                        <a:t>key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Auto-</a:t>
                      </a:r>
                      <a:r>
                        <a:rPr lang="es-AR" b="0" dirty="0" err="1" smtClean="0">
                          <a:solidFill>
                            <a:schemeClr val="bg1"/>
                          </a:solidFill>
                        </a:rPr>
                        <a:t>inc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919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200" dirty="0" err="1" smtClean="0"/>
                        <a:t>idUsuario</a:t>
                      </a:r>
                      <a:endParaRPr lang="es-A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200" dirty="0" err="1" smtClean="0"/>
                        <a:t>int</a:t>
                      </a:r>
                      <a:r>
                        <a:rPr lang="es-AR" sz="1200" dirty="0" smtClean="0"/>
                        <a:t> (5)</a:t>
                      </a:r>
                      <a:endParaRPr lang="es-A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162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200" dirty="0" smtClean="0"/>
                        <a:t>nombre</a:t>
                      </a:r>
                      <a:endParaRPr lang="es-A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200" dirty="0" err="1" smtClean="0"/>
                        <a:t>varchar</a:t>
                      </a:r>
                      <a:r>
                        <a:rPr lang="es-AR" sz="1200" dirty="0" smtClean="0"/>
                        <a:t> (50)</a:t>
                      </a:r>
                      <a:endParaRPr lang="es-A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097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200" dirty="0" err="1" smtClean="0"/>
                        <a:t>password</a:t>
                      </a:r>
                      <a:endParaRPr lang="es-A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dirty="0" err="1" smtClean="0"/>
                        <a:t>varchar</a:t>
                      </a:r>
                      <a:r>
                        <a:rPr lang="es-AR" sz="1200" dirty="0" smtClean="0"/>
                        <a:t> 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674638"/>
                  </a:ext>
                </a:extLst>
              </a:tr>
            </a:tbl>
          </a:graphicData>
        </a:graphic>
      </p:graphicFrame>
      <p:graphicFrame>
        <p:nvGraphicFramePr>
          <p:cNvPr id="17" name="Tab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588440"/>
              </p:ext>
            </p:extLst>
          </p:nvPr>
        </p:nvGraphicFramePr>
        <p:xfrm>
          <a:off x="4788208" y="1941652"/>
          <a:ext cx="3836538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18269">
                  <a:extLst>
                    <a:ext uri="{9D8B030D-6E8A-4147-A177-3AD203B41FA5}">
                      <a16:colId xmlns:a16="http://schemas.microsoft.com/office/drawing/2014/main" val="1213552694"/>
                    </a:ext>
                  </a:extLst>
                </a:gridCol>
                <a:gridCol w="1918269">
                  <a:extLst>
                    <a:ext uri="{9D8B030D-6E8A-4147-A177-3AD203B41FA5}">
                      <a16:colId xmlns:a16="http://schemas.microsoft.com/office/drawing/2014/main" val="1319439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Tabla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Usuario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059462"/>
                  </a:ext>
                </a:extLst>
              </a:tr>
            </a:tbl>
          </a:graphicData>
        </a:graphic>
      </p:graphicFrame>
      <p:pic>
        <p:nvPicPr>
          <p:cNvPr id="18" name="Imagen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299" y="3184001"/>
            <a:ext cx="305013" cy="305013"/>
          </a:xfrm>
          <a:prstGeom prst="rect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5606434" y="6308560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Guardar tabla</a:t>
            </a:r>
            <a:endParaRPr lang="es-AR" sz="14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109183" y="4307038"/>
            <a:ext cx="1761319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relación</a:t>
            </a:r>
            <a:endParaRPr lang="es-AR" sz="14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109183" y="4872788"/>
            <a:ext cx="1761320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relación</a:t>
            </a:r>
            <a:endParaRPr lang="es-AR" sz="14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9183" y="5438538"/>
            <a:ext cx="1761319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relación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369029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72966" y="206829"/>
            <a:ext cx="8825658" cy="10080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AR" sz="5000" smtClean="0"/>
              <a:t>Autogenerador de código</a:t>
            </a:r>
            <a:endParaRPr lang="es-AR" sz="5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24" y="4987562"/>
            <a:ext cx="1468483" cy="162877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09184" y="1928383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tabla</a:t>
            </a:r>
            <a:endParaRPr lang="es-AR" sz="1400" dirty="0"/>
          </a:p>
        </p:txBody>
      </p:sp>
      <p:sp>
        <p:nvSpPr>
          <p:cNvPr id="7" name="CuadroTexto 6"/>
          <p:cNvSpPr txBox="1"/>
          <p:nvPr/>
        </p:nvSpPr>
        <p:spPr>
          <a:xfrm>
            <a:off x="109183" y="2524384"/>
            <a:ext cx="1528355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tabla</a:t>
            </a:r>
            <a:endParaRPr lang="es-AR" sz="14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09184" y="3120385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tabla</a:t>
            </a:r>
            <a:endParaRPr lang="es-AR" sz="1400" dirty="0"/>
          </a:p>
        </p:txBody>
      </p:sp>
      <p:sp>
        <p:nvSpPr>
          <p:cNvPr id="9" name="Rectángulo 8"/>
          <p:cNvSpPr/>
          <p:nvPr/>
        </p:nvSpPr>
        <p:spPr>
          <a:xfrm>
            <a:off x="2129051" y="1214846"/>
            <a:ext cx="8269573" cy="447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892293"/>
              </p:ext>
            </p:extLst>
          </p:nvPr>
        </p:nvGraphicFramePr>
        <p:xfrm>
          <a:off x="2646148" y="1988684"/>
          <a:ext cx="2294341" cy="2595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94341">
                  <a:extLst>
                    <a:ext uri="{9D8B030D-6E8A-4147-A177-3AD203B41FA5}">
                      <a16:colId xmlns:a16="http://schemas.microsoft.com/office/drawing/2014/main" val="4093341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Cliente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18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idCliente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714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nombre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73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apellido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baseline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20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mail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22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direccion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 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7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idUsuario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259908"/>
                  </a:ext>
                </a:extLst>
              </a:tr>
            </a:tbl>
          </a:graphicData>
        </a:graphic>
      </p:graphicFrame>
      <p:sp>
        <p:nvSpPr>
          <p:cNvPr id="14" name="CuadroTexto 13"/>
          <p:cNvSpPr txBox="1"/>
          <p:nvPr/>
        </p:nvSpPr>
        <p:spPr>
          <a:xfrm>
            <a:off x="109183" y="4307038"/>
            <a:ext cx="1761319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relación</a:t>
            </a:r>
            <a:endParaRPr lang="es-AR" sz="1400" dirty="0"/>
          </a:p>
        </p:txBody>
      </p:sp>
      <p:sp>
        <p:nvSpPr>
          <p:cNvPr id="15" name="CuadroTexto 14"/>
          <p:cNvSpPr txBox="1"/>
          <p:nvPr/>
        </p:nvSpPr>
        <p:spPr>
          <a:xfrm>
            <a:off x="109183" y="4872788"/>
            <a:ext cx="1761320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relación</a:t>
            </a:r>
            <a:endParaRPr lang="es-AR" sz="14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109183" y="5438538"/>
            <a:ext cx="1761319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relación</a:t>
            </a:r>
            <a:endParaRPr lang="es-AR" sz="1400" dirty="0"/>
          </a:p>
        </p:txBody>
      </p:sp>
      <p:graphicFrame>
        <p:nvGraphicFramePr>
          <p:cNvPr id="17" name="Tab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851805"/>
              </p:ext>
            </p:extLst>
          </p:nvPr>
        </p:nvGraphicFramePr>
        <p:xfrm>
          <a:off x="7122615" y="2354339"/>
          <a:ext cx="2471761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71761">
                  <a:extLst>
                    <a:ext uri="{9D8B030D-6E8A-4147-A177-3AD203B41FA5}">
                      <a16:colId xmlns:a16="http://schemas.microsoft.com/office/drawing/2014/main" val="3768668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Usuario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331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idUsuario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baseline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08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nombre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24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password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10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50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/>
          <p:cNvSpPr txBox="1">
            <a:spLocks/>
          </p:cNvSpPr>
          <p:nvPr/>
        </p:nvSpPr>
        <p:spPr>
          <a:xfrm>
            <a:off x="1572966" y="206829"/>
            <a:ext cx="8825658" cy="10080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AR" sz="5000" smtClean="0"/>
              <a:t>Autogenerador de código</a:t>
            </a:r>
            <a:endParaRPr lang="es-AR" sz="50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09184" y="1988684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tabla</a:t>
            </a:r>
            <a:endParaRPr lang="es-AR" sz="14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109183" y="2584685"/>
            <a:ext cx="1528355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tabla</a:t>
            </a:r>
            <a:endParaRPr lang="es-AR" sz="1400" dirty="0"/>
          </a:p>
        </p:txBody>
      </p:sp>
      <p:sp>
        <p:nvSpPr>
          <p:cNvPr id="15" name="CuadroTexto 14"/>
          <p:cNvSpPr txBox="1"/>
          <p:nvPr/>
        </p:nvSpPr>
        <p:spPr>
          <a:xfrm>
            <a:off x="109184" y="3180686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tabla</a:t>
            </a:r>
            <a:endParaRPr lang="es-AR" sz="1400" dirty="0"/>
          </a:p>
        </p:txBody>
      </p:sp>
      <p:sp>
        <p:nvSpPr>
          <p:cNvPr id="16" name="Rectángulo 15"/>
          <p:cNvSpPr/>
          <p:nvPr/>
        </p:nvSpPr>
        <p:spPr>
          <a:xfrm>
            <a:off x="2129051" y="1214846"/>
            <a:ext cx="8269573" cy="447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17" name="Tab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476567"/>
              </p:ext>
            </p:extLst>
          </p:nvPr>
        </p:nvGraphicFramePr>
        <p:xfrm>
          <a:off x="2646148" y="1988684"/>
          <a:ext cx="2294341" cy="2595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94341">
                  <a:extLst>
                    <a:ext uri="{9D8B030D-6E8A-4147-A177-3AD203B41FA5}">
                      <a16:colId xmlns:a16="http://schemas.microsoft.com/office/drawing/2014/main" val="4093341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Cliente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18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idCliente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714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nombre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73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apellido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baseline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20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mail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22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direccion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 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7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idUsuario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259908"/>
                  </a:ext>
                </a:extLst>
              </a:tr>
            </a:tbl>
          </a:graphicData>
        </a:graphic>
      </p:graphicFrame>
      <p:sp>
        <p:nvSpPr>
          <p:cNvPr id="18" name="CuadroTexto 17"/>
          <p:cNvSpPr txBox="1"/>
          <p:nvPr/>
        </p:nvSpPr>
        <p:spPr>
          <a:xfrm>
            <a:off x="109183" y="4307038"/>
            <a:ext cx="1761319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relación</a:t>
            </a:r>
            <a:endParaRPr lang="es-AR" sz="14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109183" y="4872788"/>
            <a:ext cx="1761320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relación</a:t>
            </a:r>
            <a:endParaRPr lang="es-AR" sz="14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109183" y="5438538"/>
            <a:ext cx="1761319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relación</a:t>
            </a:r>
            <a:endParaRPr lang="es-AR" sz="1400" dirty="0"/>
          </a:p>
        </p:txBody>
      </p:sp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53037"/>
              </p:ext>
            </p:extLst>
          </p:nvPr>
        </p:nvGraphicFramePr>
        <p:xfrm>
          <a:off x="7122615" y="2354339"/>
          <a:ext cx="2471761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71761">
                  <a:extLst>
                    <a:ext uri="{9D8B030D-6E8A-4147-A177-3AD203B41FA5}">
                      <a16:colId xmlns:a16="http://schemas.microsoft.com/office/drawing/2014/main" val="3768668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Usuario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331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idUsuario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baseline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08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nombre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24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password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10531"/>
                  </a:ext>
                </a:extLst>
              </a:tr>
            </a:tbl>
          </a:graphicData>
        </a:graphic>
      </p:graphicFrame>
      <p:pic>
        <p:nvPicPr>
          <p:cNvPr id="22" name="Imagen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24" y="4987562"/>
            <a:ext cx="1468483" cy="1628775"/>
          </a:xfrm>
          <a:prstGeom prst="rect">
            <a:avLst/>
          </a:prstGeom>
        </p:spPr>
      </p:pic>
      <p:graphicFrame>
        <p:nvGraphicFramePr>
          <p:cNvPr id="23" name="Tabla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81713"/>
              </p:ext>
            </p:extLst>
          </p:nvPr>
        </p:nvGraphicFramePr>
        <p:xfrm>
          <a:off x="6337110" y="4379004"/>
          <a:ext cx="2684060" cy="211906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84060">
                  <a:extLst>
                    <a:ext uri="{9D8B030D-6E8A-4147-A177-3AD203B41FA5}">
                      <a16:colId xmlns:a16="http://schemas.microsoft.com/office/drawing/2014/main" val="1405895761"/>
                    </a:ext>
                  </a:extLst>
                </a:gridCol>
              </a:tblGrid>
              <a:tr h="529767">
                <a:tc>
                  <a:txBody>
                    <a:bodyPr/>
                    <a:lstStyle/>
                    <a:p>
                      <a:pPr algn="l"/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Relaciones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220181"/>
                  </a:ext>
                </a:extLst>
              </a:tr>
              <a:tr h="529767">
                <a:tc>
                  <a:txBody>
                    <a:bodyPr/>
                    <a:lstStyle/>
                    <a:p>
                      <a:r>
                        <a:rPr lang="es-AR" sz="1600" b="0" dirty="0" err="1" smtClean="0">
                          <a:solidFill>
                            <a:schemeClr val="bg1"/>
                          </a:solidFill>
                        </a:rPr>
                        <a:t>uno_a_uno</a:t>
                      </a:r>
                      <a:endParaRPr lang="es-AR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3935"/>
                  </a:ext>
                </a:extLst>
              </a:tr>
              <a:tr h="529767">
                <a:tc>
                  <a:txBody>
                    <a:bodyPr/>
                    <a:lstStyle/>
                    <a:p>
                      <a:r>
                        <a:rPr lang="es-AR" sz="1600" b="0" dirty="0" err="1" smtClean="0">
                          <a:solidFill>
                            <a:schemeClr val="bg1"/>
                          </a:solidFill>
                        </a:rPr>
                        <a:t>uno_a_muchos</a:t>
                      </a:r>
                      <a:endParaRPr lang="es-AR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282478"/>
                  </a:ext>
                </a:extLst>
              </a:tr>
              <a:tr h="529767">
                <a:tc>
                  <a:txBody>
                    <a:bodyPr/>
                    <a:lstStyle/>
                    <a:p>
                      <a:r>
                        <a:rPr lang="es-AR" sz="1600" b="0" dirty="0" err="1" smtClean="0">
                          <a:solidFill>
                            <a:schemeClr val="bg1"/>
                          </a:solidFill>
                        </a:rPr>
                        <a:t>muchos_a_muchos</a:t>
                      </a:r>
                      <a:endParaRPr lang="es-AR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50889"/>
                  </a:ext>
                </a:extLst>
              </a:tr>
            </a:tbl>
          </a:graphicData>
        </a:graphic>
      </p:graphicFrame>
      <p:sp>
        <p:nvSpPr>
          <p:cNvPr id="25" name="Elipse 24"/>
          <p:cNvSpPr/>
          <p:nvPr/>
        </p:nvSpPr>
        <p:spPr>
          <a:xfrm>
            <a:off x="8639033" y="5026676"/>
            <a:ext cx="177421" cy="1538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Elipse 28"/>
          <p:cNvSpPr/>
          <p:nvPr/>
        </p:nvSpPr>
        <p:spPr>
          <a:xfrm>
            <a:off x="8639032" y="5592426"/>
            <a:ext cx="177421" cy="15388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Elipse 29"/>
          <p:cNvSpPr/>
          <p:nvPr/>
        </p:nvSpPr>
        <p:spPr>
          <a:xfrm>
            <a:off x="8639032" y="6102977"/>
            <a:ext cx="177421" cy="153889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906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 txBox="1">
            <a:spLocks/>
          </p:cNvSpPr>
          <p:nvPr/>
        </p:nvSpPr>
        <p:spPr>
          <a:xfrm>
            <a:off x="1572966" y="206829"/>
            <a:ext cx="8825658" cy="10080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AR" sz="5000" smtClean="0"/>
              <a:t>Autogenerador de código</a:t>
            </a:r>
            <a:endParaRPr lang="es-AR" sz="5000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24" y="4987562"/>
            <a:ext cx="1468483" cy="1628775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74388" y="1988684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tabla</a:t>
            </a:r>
            <a:endParaRPr lang="es-AR" sz="1400" dirty="0"/>
          </a:p>
        </p:txBody>
      </p:sp>
      <p:sp>
        <p:nvSpPr>
          <p:cNvPr id="18" name="CuadroTexto 17"/>
          <p:cNvSpPr txBox="1"/>
          <p:nvPr/>
        </p:nvSpPr>
        <p:spPr>
          <a:xfrm>
            <a:off x="174387" y="2584685"/>
            <a:ext cx="1528355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tabla</a:t>
            </a:r>
            <a:endParaRPr lang="es-AR" sz="14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174388" y="3180686"/>
            <a:ext cx="1528354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tabla</a:t>
            </a:r>
            <a:endParaRPr lang="es-AR" sz="1400" dirty="0"/>
          </a:p>
        </p:txBody>
      </p:sp>
      <p:sp>
        <p:nvSpPr>
          <p:cNvPr id="20" name="Rectángulo 19"/>
          <p:cNvSpPr/>
          <p:nvPr/>
        </p:nvSpPr>
        <p:spPr>
          <a:xfrm>
            <a:off x="2129051" y="1450561"/>
            <a:ext cx="8269573" cy="4476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344862"/>
              </p:ext>
            </p:extLst>
          </p:nvPr>
        </p:nvGraphicFramePr>
        <p:xfrm>
          <a:off x="2646148" y="1988684"/>
          <a:ext cx="2294341" cy="2595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94341">
                  <a:extLst>
                    <a:ext uri="{9D8B030D-6E8A-4147-A177-3AD203B41FA5}">
                      <a16:colId xmlns:a16="http://schemas.microsoft.com/office/drawing/2014/main" val="4093341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Cliente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18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idCliente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714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nombre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73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apellido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baseline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20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mail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22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direccion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 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7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idUsuario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259908"/>
                  </a:ext>
                </a:extLst>
              </a:tr>
            </a:tbl>
          </a:graphicData>
        </a:graphic>
      </p:graphicFrame>
      <p:sp>
        <p:nvSpPr>
          <p:cNvPr id="22" name="CuadroTexto 21"/>
          <p:cNvSpPr txBox="1"/>
          <p:nvPr/>
        </p:nvSpPr>
        <p:spPr>
          <a:xfrm>
            <a:off x="109183" y="4307038"/>
            <a:ext cx="1761319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Agregar relación</a:t>
            </a:r>
            <a:endParaRPr lang="es-AR" sz="14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109183" y="4872788"/>
            <a:ext cx="1761320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Modificar relación</a:t>
            </a:r>
            <a:endParaRPr lang="es-AR" sz="1400" dirty="0"/>
          </a:p>
        </p:txBody>
      </p:sp>
      <p:sp>
        <p:nvSpPr>
          <p:cNvPr id="24" name="CuadroTexto 23"/>
          <p:cNvSpPr txBox="1"/>
          <p:nvPr/>
        </p:nvSpPr>
        <p:spPr>
          <a:xfrm>
            <a:off x="109183" y="5438538"/>
            <a:ext cx="1761319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1400" dirty="0" smtClean="0"/>
              <a:t>Eliminar relación</a:t>
            </a:r>
            <a:endParaRPr lang="es-AR" sz="1400" dirty="0"/>
          </a:p>
        </p:txBody>
      </p:sp>
      <p:graphicFrame>
        <p:nvGraphicFramePr>
          <p:cNvPr id="25" name="Tabla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54644"/>
              </p:ext>
            </p:extLst>
          </p:nvPr>
        </p:nvGraphicFramePr>
        <p:xfrm>
          <a:off x="7122615" y="2354339"/>
          <a:ext cx="2471761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71761">
                  <a:extLst>
                    <a:ext uri="{9D8B030D-6E8A-4147-A177-3AD203B41FA5}">
                      <a16:colId xmlns:a16="http://schemas.microsoft.com/office/drawing/2014/main" val="3768668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b="0" dirty="0" smtClean="0">
                          <a:solidFill>
                            <a:schemeClr val="bg1"/>
                          </a:solidFill>
                        </a:rPr>
                        <a:t>Usuario</a:t>
                      </a:r>
                      <a:endParaRPr lang="es-AR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331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idUsuario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baseline="0" dirty="0" err="1" smtClean="0">
                          <a:solidFill>
                            <a:schemeClr val="bg1"/>
                          </a:solidFill>
                        </a:rPr>
                        <a:t>int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08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nombre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baseline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24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password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AR" sz="1400" b="0" dirty="0" err="1" smtClean="0">
                          <a:solidFill>
                            <a:schemeClr val="bg1"/>
                          </a:solidFill>
                        </a:rPr>
                        <a:t>varchar</a:t>
                      </a:r>
                      <a:r>
                        <a:rPr lang="es-AR" sz="1400" b="0" dirty="0" smtClean="0">
                          <a:solidFill>
                            <a:schemeClr val="bg1"/>
                          </a:solidFill>
                        </a:rPr>
                        <a:t> (50)</a:t>
                      </a:r>
                      <a:endParaRPr lang="es-AR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10531"/>
                  </a:ext>
                </a:extLst>
              </a:tr>
            </a:tbl>
          </a:graphicData>
        </a:graphic>
      </p:graphicFrame>
      <p:cxnSp>
        <p:nvCxnSpPr>
          <p:cNvPr id="27" name="Conector angular 26"/>
          <p:cNvCxnSpPr/>
          <p:nvPr/>
        </p:nvCxnSpPr>
        <p:spPr>
          <a:xfrm flipV="1">
            <a:off x="4940489" y="2950340"/>
            <a:ext cx="2182126" cy="135669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32"/>
          <p:cNvCxnSpPr/>
          <p:nvPr/>
        </p:nvCxnSpPr>
        <p:spPr>
          <a:xfrm>
            <a:off x="5071274" y="4190533"/>
            <a:ext cx="0" cy="2187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recto 33"/>
          <p:cNvCxnSpPr/>
          <p:nvPr/>
        </p:nvCxnSpPr>
        <p:spPr>
          <a:xfrm>
            <a:off x="7030035" y="2840949"/>
            <a:ext cx="0" cy="2187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95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</TotalTime>
  <Words>296</Words>
  <Application>Microsoft Office PowerPoint</Application>
  <PresentationFormat>Panorámica</PresentationFormat>
  <Paragraphs>111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Autogenerador de código</vt:lpstr>
      <vt:lpstr>Presentación de PowerPoint</vt:lpstr>
      <vt:lpstr>Autogenerador de código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Autogenerador de código</dc:title>
  <dc:creator>Milton Yoel Echagüe</dc:creator>
  <cp:lastModifiedBy>Milton Yoel Echagüe</cp:lastModifiedBy>
  <cp:revision>10</cp:revision>
  <dcterms:created xsi:type="dcterms:W3CDTF">2017-09-21T02:21:22Z</dcterms:created>
  <dcterms:modified xsi:type="dcterms:W3CDTF">2017-09-21T04:28:00Z</dcterms:modified>
</cp:coreProperties>
</file>